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60" r:id="rId2"/>
    <p:sldId id="26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75" autoAdjust="0"/>
    <p:restoredTop sz="94660"/>
  </p:normalViewPr>
  <p:slideViewPr>
    <p:cSldViewPr snapToGrid="0">
      <p:cViewPr varScale="1">
        <p:scale>
          <a:sx n="88" d="100"/>
          <a:sy n="88" d="100"/>
        </p:scale>
        <p:origin x="36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0BBA40-991C-4F27-9D56-D82596F71A0E}" type="datetime1">
              <a:rPr lang="en-IN" smtClean="0"/>
              <a:t>08-10-2026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4B77FB-A9DB-4394-9D8B-A0BC316ADE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13442472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0BD55F-CA8F-406E-9431-7653448A5419}" type="datetime1">
              <a:rPr lang="en-IN" smtClean="0"/>
              <a:t>08-10-2026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7CEB56-5D7F-465E-9649-DA16C210C6C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9046329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34B5E-AF0F-4476-93DF-4FD429AA2D51}" type="datetime1">
              <a:rPr lang="en-IN" smtClean="0"/>
              <a:t>08-10-2026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2E4BA-9CF4-478B-AC9A-11B295EEB8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1511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5DFD9-4091-43DF-88BB-0526875EAD18}" type="datetime1">
              <a:rPr lang="en-IN" smtClean="0"/>
              <a:t>08-10-2026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2E4BA-9CF4-478B-AC9A-11B295EEB8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231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A9F91-E494-442C-B1F6-A4A47325EA6D}" type="datetime1">
              <a:rPr lang="en-IN" smtClean="0"/>
              <a:t>08-10-2026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2E4BA-9CF4-478B-AC9A-11B295EEB8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0343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BEFE4-059F-4538-966B-95954E2DB786}" type="datetime1">
              <a:rPr lang="en-IN" smtClean="0"/>
              <a:t>08-10-2026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2E4BA-9CF4-478B-AC9A-11B295EEB8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7378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9B10F-773D-4EF7-ACA3-782BA771F436}" type="datetime1">
              <a:rPr lang="en-IN" smtClean="0"/>
              <a:t>08-10-2026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2E4BA-9CF4-478B-AC9A-11B295EEB8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83464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573A5-FF06-43E7-ADDC-41D5A4F78EB8}" type="datetime1">
              <a:rPr lang="en-IN" smtClean="0"/>
              <a:t>08-10-2026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2E4BA-9CF4-478B-AC9A-11B295EEB8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01335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0D2D8B-CEEC-478F-934A-443B9DDCC6AC}" type="datetime1">
              <a:rPr lang="en-IN" smtClean="0"/>
              <a:t>08-10-2026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2E4BA-9CF4-478B-AC9A-11B295EEB8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10344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FE6B1-4A40-4FA0-9593-352D0C550E84}" type="datetime1">
              <a:rPr lang="en-IN" smtClean="0"/>
              <a:t>08-10-2026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2E4BA-9CF4-478B-AC9A-11B295EEB8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76467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11E5FE-20EA-48FF-BB13-5D5ED17AD81C}" type="datetime1">
              <a:rPr lang="en-IN" smtClean="0"/>
              <a:t>08-10-2026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2E4BA-9CF4-478B-AC9A-11B295EEB8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1609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48DA6-E574-4C98-9318-F2D40230C490}" type="datetime1">
              <a:rPr lang="en-IN" smtClean="0"/>
              <a:t>08-10-2026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2E4BA-9CF4-478B-AC9A-11B295EEB8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67879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1976A-D614-49EB-8342-F0A15B6FA354}" type="datetime1">
              <a:rPr lang="en-IN" smtClean="0"/>
              <a:t>08-10-2026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2E4BA-9CF4-478B-AC9A-11B295EEB8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1836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827BFD-8C4F-481C-A712-10E2BF08DDBB}" type="datetime1">
              <a:rPr lang="en-IN" smtClean="0"/>
              <a:t>08-10-2026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92E4BA-9CF4-478B-AC9A-11B295EEB8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0395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0" y="109690"/>
            <a:ext cx="981970" cy="132495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274423" y="2290933"/>
            <a:ext cx="5651863" cy="15388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000" b="1" dirty="0" smtClean="0">
                <a:latin typeface="Arial" panose="020B0604020202020204" pitchFamily="34" charset="0"/>
                <a:cs typeface="Arial" panose="020B0604020202020204" pitchFamily="34" charset="0"/>
              </a:rPr>
              <a:t>Paper ID:</a:t>
            </a:r>
          </a:p>
          <a:p>
            <a:pPr algn="just"/>
            <a:r>
              <a:rPr lang="en-US" sz="2000" b="1" dirty="0" smtClean="0">
                <a:latin typeface="Arial" panose="020B0604020202020204" pitchFamily="34" charset="0"/>
                <a:cs typeface="Arial" panose="020B0604020202020204" pitchFamily="34" charset="0"/>
              </a:rPr>
              <a:t>Title</a:t>
            </a:r>
            <a:r>
              <a:rPr lang="en-US" sz="2000" b="1" dirty="0" smtClean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Authors: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just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Affiliation: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Email: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2E4BA-9CF4-478B-AC9A-11B295EEB8A0}" type="slidenum">
              <a:rPr lang="en-IN" smtClean="0"/>
              <a:t>1</a:t>
            </a:fld>
            <a:endParaRPr lang="en-IN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CA1BD-616A-4EC6-B021-6C5E479642EE}" type="datetime1">
              <a:rPr lang="en-IN" smtClean="0"/>
              <a:t>08-10-2026</a:t>
            </a:fld>
            <a:endParaRPr lang="en-IN"/>
          </a:p>
        </p:txBody>
      </p:sp>
      <p:sp>
        <p:nvSpPr>
          <p:cNvPr id="8" name="Subtitle 2"/>
          <p:cNvSpPr txBox="1">
            <a:spLocks/>
          </p:cNvSpPr>
          <p:nvPr/>
        </p:nvSpPr>
        <p:spPr>
          <a:xfrm>
            <a:off x="1702965" y="209405"/>
            <a:ext cx="8649050" cy="10800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N" sz="1400" b="1" i="1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IN" sz="1400" b="1" i="1" baseline="30000" dirty="0">
                <a:latin typeface="Arial" panose="020B0604020202020204" pitchFamily="34" charset="0"/>
                <a:cs typeface="Arial" panose="020B0604020202020204" pitchFamily="34" charset="0"/>
              </a:rPr>
              <a:t>rd</a:t>
            </a:r>
            <a:r>
              <a:rPr lang="en-IN" sz="1400" b="1" i="1" dirty="0">
                <a:latin typeface="Arial" panose="020B0604020202020204" pitchFamily="34" charset="0"/>
                <a:cs typeface="Arial" panose="020B0604020202020204" pitchFamily="34" charset="0"/>
              </a:rPr>
              <a:t> International Conference on Sustainable Environment &amp; Energy Innovations </a:t>
            </a:r>
            <a:r>
              <a:rPr lang="en-IN" sz="1400" b="1" i="1" dirty="0" smtClean="0">
                <a:latin typeface="Arial" panose="020B0604020202020204" pitchFamily="34" charset="0"/>
                <a:cs typeface="Arial" panose="020B0604020202020204" pitchFamily="34" charset="0"/>
              </a:rPr>
              <a:t>CHEM-CONFLUX</a:t>
            </a:r>
            <a:r>
              <a:rPr lang="en-IN" sz="1400" b="1" i="1" baseline="30000" dirty="0" smtClean="0">
                <a:latin typeface="Arial" panose="020B0604020202020204" pitchFamily="34" charset="0"/>
                <a:cs typeface="Arial" panose="020B0604020202020204" pitchFamily="34" charset="0"/>
              </a:rPr>
              <a:t>26</a:t>
            </a:r>
            <a:endParaRPr lang="en-IN" sz="1400" b="1" baseline="30000" dirty="0" smtClean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endParaRPr lang="en-IN" sz="1400" b="1" dirty="0" smtClean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IN" sz="1400" b="1" dirty="0" smtClean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Department of Chemical Engineering</a:t>
            </a:r>
          </a:p>
          <a:p>
            <a:pPr marL="0" indent="0" algn="ctr">
              <a:buNone/>
            </a:pPr>
            <a:r>
              <a:rPr lang="en-IN" sz="1400" b="1" dirty="0" err="1" smtClean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Motilal</a:t>
            </a:r>
            <a:r>
              <a:rPr lang="en-IN" sz="1400" b="1" dirty="0" smtClean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Nehru National Institute of Technology (MNNIT) Allahabad,</a:t>
            </a:r>
            <a:r>
              <a:rPr lang="en-US" sz="1400" dirty="0">
                <a:solidFill>
                  <a:srgbClr val="002060"/>
                </a:solidFill>
                <a:latin typeface="Arial" pitchFamily="34" charset="0"/>
                <a:ea typeface="Times New Roman" pitchFamily="18" charset="0"/>
                <a:cs typeface="Calibri" pitchFamily="34" charset="0"/>
              </a:rPr>
              <a:t> </a:t>
            </a:r>
            <a:r>
              <a:rPr lang="en-US" sz="1400" b="1" dirty="0" err="1">
                <a:solidFill>
                  <a:srgbClr val="002060"/>
                </a:solidFill>
                <a:latin typeface="Arial" pitchFamily="34" charset="0"/>
                <a:ea typeface="Times New Roman" pitchFamily="18" charset="0"/>
                <a:cs typeface="Calibri" pitchFamily="34" charset="0"/>
              </a:rPr>
              <a:t>Prayagraj</a:t>
            </a:r>
            <a:r>
              <a:rPr lang="en-US" sz="1400" b="1" dirty="0">
                <a:solidFill>
                  <a:srgbClr val="002060"/>
                </a:solidFill>
                <a:latin typeface="Arial" pitchFamily="34" charset="0"/>
                <a:ea typeface="Times New Roman" pitchFamily="18" charset="0"/>
                <a:cs typeface="Calibri" pitchFamily="34" charset="0"/>
              </a:rPr>
              <a:t> (U.P.) - 211004, INDIA</a:t>
            </a:r>
            <a:endParaRPr lang="en-US" sz="2000" b="1" dirty="0">
              <a:solidFill>
                <a:srgbClr val="002060"/>
              </a:solidFill>
              <a:latin typeface="Arial" pitchFamily="34" charset="0"/>
              <a:cs typeface="Arial" pitchFamily="34" charset="0"/>
            </a:endParaRPr>
          </a:p>
          <a:p>
            <a:pPr marL="0" indent="0" algn="ctr">
              <a:buNone/>
            </a:pPr>
            <a:endParaRPr lang="en-IN" sz="1400" b="1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5513" y="374469"/>
            <a:ext cx="1635771" cy="854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8666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44730" y="1550858"/>
            <a:ext cx="10589623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Oral Presentation Guidelines</a:t>
            </a:r>
          </a:p>
          <a:p>
            <a:pPr algn="just">
              <a:buFont typeface="+mj-lt"/>
              <a:buAutoNum type="arabicPeriod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Presentation Time: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Each presenter will be allotted 8 minutes for the oral presentation, followed by 2 minutes for Q&amp;A. Strict adherence to the allotted time is requested.</a:t>
            </a:r>
          </a:p>
          <a:p>
            <a:pPr algn="just">
              <a:buFont typeface="+mj-lt"/>
              <a:buAutoNum type="arabicPeriod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Presentation Format: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Presentations should be prepared in PowerPoint format (.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ppt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/.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pptx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 using a 16:9 widescreen layout.</a:t>
            </a:r>
          </a:p>
          <a:p>
            <a:pPr algn="just">
              <a:buFont typeface="+mj-lt"/>
              <a:buAutoNum type="arabicPeriod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Slide Design: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Keep slides clear, concise and visually appealing, with a minimum font size of 24 pt. Avoid excessive text and overcrowding.</a:t>
            </a:r>
          </a:p>
          <a:p>
            <a:pPr algn="just">
              <a:buFont typeface="+mj-lt"/>
              <a:buAutoNum type="arabicPeriod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Figures and Tables: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All tables, graphs and charts should have appropriate titles/captions, with clearly labelled axes and units wherever applicable.</a:t>
            </a:r>
          </a:p>
          <a:p>
            <a:pPr algn="just">
              <a:buFont typeface="+mj-lt"/>
              <a:buAutoNum type="arabicPeriod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Submission &amp; Presentation: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Presenters should submit their presentation within the specified deadline, carry a backup copy, and be present at the designated venue before their scheduled session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>
              <a:buFont typeface="+mj-lt"/>
              <a:buAutoNum type="arabicPeriod"/>
            </a:pP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Max no slides should be less than 15 (Including Title and Reference Slide)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2E4BA-9CF4-478B-AC9A-11B295EEB8A0}" type="slidenum">
              <a:rPr lang="en-IN" smtClean="0"/>
              <a:t>2</a:t>
            </a:fld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AE2A3-CAAE-45C6-874D-F54BBC1C723D}" type="datetime1">
              <a:rPr lang="en-IN" smtClean="0"/>
              <a:t>08-10-2026</a:t>
            </a:fld>
            <a:endParaRPr lang="en-IN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0" y="109690"/>
            <a:ext cx="981970" cy="1324954"/>
          </a:xfrm>
          <a:prstGeom prst="rect">
            <a:avLst/>
          </a:prstGeom>
        </p:spPr>
      </p:pic>
      <p:sp>
        <p:nvSpPr>
          <p:cNvPr id="11" name="Subtitle 2"/>
          <p:cNvSpPr txBox="1">
            <a:spLocks/>
          </p:cNvSpPr>
          <p:nvPr/>
        </p:nvSpPr>
        <p:spPr>
          <a:xfrm>
            <a:off x="1702965" y="209405"/>
            <a:ext cx="8649050" cy="10800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IN" sz="1400" b="1" i="1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IN" sz="1400" b="1" i="1" baseline="30000" dirty="0">
                <a:latin typeface="Arial" panose="020B0604020202020204" pitchFamily="34" charset="0"/>
                <a:cs typeface="Arial" panose="020B0604020202020204" pitchFamily="34" charset="0"/>
              </a:rPr>
              <a:t>rd</a:t>
            </a:r>
            <a:r>
              <a:rPr lang="en-IN" sz="1400" b="1" i="1" dirty="0">
                <a:latin typeface="Arial" panose="020B0604020202020204" pitchFamily="34" charset="0"/>
                <a:cs typeface="Arial" panose="020B0604020202020204" pitchFamily="34" charset="0"/>
              </a:rPr>
              <a:t> International Conference on Sustainable Environment &amp; Energy Innovations </a:t>
            </a:r>
            <a:r>
              <a:rPr lang="en-IN" sz="1400" b="1" i="1" dirty="0" smtClean="0">
                <a:latin typeface="Arial" panose="020B0604020202020204" pitchFamily="34" charset="0"/>
                <a:cs typeface="Arial" panose="020B0604020202020204" pitchFamily="34" charset="0"/>
              </a:rPr>
              <a:t>CHEM-CONFLUX</a:t>
            </a:r>
            <a:r>
              <a:rPr lang="en-IN" sz="1400" b="1" i="1" baseline="30000" dirty="0" smtClean="0">
                <a:latin typeface="Arial" panose="020B0604020202020204" pitchFamily="34" charset="0"/>
                <a:cs typeface="Arial" panose="020B0604020202020204" pitchFamily="34" charset="0"/>
              </a:rPr>
              <a:t>26</a:t>
            </a:r>
            <a:endParaRPr lang="en-IN" sz="1400" b="1" baseline="30000" dirty="0" smtClean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endParaRPr lang="en-IN" sz="1400" b="1" dirty="0" smtClean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IN" sz="1400" b="1" dirty="0" smtClean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Department of Chemical Engineering</a:t>
            </a:r>
          </a:p>
          <a:p>
            <a:pPr marL="0" indent="0" algn="ctr">
              <a:buNone/>
            </a:pPr>
            <a:r>
              <a:rPr lang="en-IN" sz="1400" b="1" dirty="0" err="1" smtClean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Motilal</a:t>
            </a:r>
            <a:r>
              <a:rPr lang="en-IN" sz="1400" b="1" dirty="0" smtClean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Nehru National Institute of Technology (MNNIT) Allahabad,</a:t>
            </a:r>
            <a:r>
              <a:rPr lang="en-US" sz="1400" dirty="0">
                <a:solidFill>
                  <a:srgbClr val="002060"/>
                </a:solidFill>
                <a:latin typeface="Arial" pitchFamily="34" charset="0"/>
                <a:ea typeface="Times New Roman" pitchFamily="18" charset="0"/>
                <a:cs typeface="Calibri" pitchFamily="34" charset="0"/>
              </a:rPr>
              <a:t> </a:t>
            </a:r>
            <a:r>
              <a:rPr lang="en-US" sz="1400" b="1" dirty="0" err="1">
                <a:solidFill>
                  <a:srgbClr val="002060"/>
                </a:solidFill>
                <a:latin typeface="Arial" pitchFamily="34" charset="0"/>
                <a:ea typeface="Times New Roman" pitchFamily="18" charset="0"/>
                <a:cs typeface="Calibri" pitchFamily="34" charset="0"/>
              </a:rPr>
              <a:t>Prayagraj</a:t>
            </a:r>
            <a:r>
              <a:rPr lang="en-US" sz="1400" b="1" dirty="0">
                <a:solidFill>
                  <a:srgbClr val="002060"/>
                </a:solidFill>
                <a:latin typeface="Arial" pitchFamily="34" charset="0"/>
                <a:ea typeface="Times New Roman" pitchFamily="18" charset="0"/>
                <a:cs typeface="Calibri" pitchFamily="34" charset="0"/>
              </a:rPr>
              <a:t> (U.P.) - 211004, INDIA</a:t>
            </a:r>
            <a:endParaRPr lang="en-US" sz="2000" b="1" dirty="0">
              <a:solidFill>
                <a:srgbClr val="002060"/>
              </a:solidFill>
              <a:latin typeface="Arial" pitchFamily="34" charset="0"/>
              <a:cs typeface="Arial" pitchFamily="34" charset="0"/>
            </a:endParaRPr>
          </a:p>
          <a:p>
            <a:pPr marL="0" indent="0" algn="ctr">
              <a:buNone/>
            </a:pPr>
            <a:endParaRPr lang="en-IN" sz="1400" b="1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5513" y="374469"/>
            <a:ext cx="1635771" cy="854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8539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233</Words>
  <Application>Microsoft Office PowerPoint</Application>
  <PresentationFormat>Widescreen</PresentationFormat>
  <Paragraphs>24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3rd International Conference on Sustainable Environment &amp; Energy Innovations CHEM-CONFLUX26</dc:title>
  <dc:creator>HP</dc:creator>
  <cp:lastModifiedBy>Karthick Senthilkumar</cp:lastModifiedBy>
  <cp:revision>10</cp:revision>
  <dcterms:created xsi:type="dcterms:W3CDTF">2026-10-07T05:05:50Z</dcterms:created>
  <dcterms:modified xsi:type="dcterms:W3CDTF">2026-10-08T16:07:41Z</dcterms:modified>
</cp:coreProperties>
</file>