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0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BBA40-991C-4F27-9D56-D82596F71A0E}" type="datetime1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4B77FB-A9DB-4394-9D8B-A0BC316AD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44247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0BD55F-CA8F-406E-9431-7653448A5419}" type="datetime1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CEB56-5D7F-465E-9649-DA16C210C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04632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4B5E-AF0F-4476-93DF-4FD429AA2D51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E4BA-9CF4-478B-AC9A-11B295EEB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511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5DFD9-4091-43DF-88BB-0526875EAD18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E4BA-9CF4-478B-AC9A-11B295EEB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3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9F91-E494-442C-B1F6-A4A47325EA6D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E4BA-9CF4-478B-AC9A-11B295EEB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34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EFE4-059F-4538-966B-95954E2DB786}" type="datetime1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E4BA-9CF4-478B-AC9A-11B295EEB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378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B10F-773D-4EF7-ACA3-782BA771F436}" type="datetime1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E4BA-9CF4-478B-AC9A-11B295EEB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34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573A5-FF06-43E7-ADDC-41D5A4F78EB8}" type="datetime1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E4BA-9CF4-478B-AC9A-11B295EEB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13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2D8B-CEEC-478F-934A-443B9DDCC6AC}" type="datetime1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E4BA-9CF4-478B-AC9A-11B295EEB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344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E6B1-4A40-4FA0-9593-352D0C550E84}" type="datetime1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E4BA-9CF4-478B-AC9A-11B295EEB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64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E5FE-20EA-48FF-BB13-5D5ED17AD81C}" type="datetime1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E4BA-9CF4-478B-AC9A-11B295EEB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60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48DA6-E574-4C98-9318-F2D40230C490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E4BA-9CF4-478B-AC9A-11B295EEB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787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1976A-D614-49EB-8342-F0A15B6FA354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E4BA-9CF4-478B-AC9A-11B295EEB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836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27BFD-8C4F-481C-A712-10E2BF08DDBB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2E4BA-9CF4-478B-AC9A-11B295EEB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39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C657B4E-6F8C-834D-60CC-69B282835D4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78" b="25291"/>
          <a:stretch/>
        </p:blipFill>
        <p:spPr>
          <a:xfrm>
            <a:off x="10424160" y="348742"/>
            <a:ext cx="1615440" cy="94069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09690"/>
            <a:ext cx="981970" cy="132495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74423" y="2290933"/>
            <a:ext cx="5651863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Paper ID:</a:t>
            </a:r>
          </a:p>
          <a:p>
            <a:pPr algn="just"/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Authors: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Affiliation: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Email: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E4BA-9CF4-478B-AC9A-11B295EEB8A0}" type="slidenum">
              <a:rPr lang="en-IN" smtClean="0"/>
              <a:t>1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CA1BD-616A-4EC6-B021-6C5E479642EE}" type="datetime1">
              <a:rPr lang="en-IN" smtClean="0"/>
              <a:t>07-10-2026</a:t>
            </a:fld>
            <a:endParaRPr lang="en-IN"/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702965" y="209405"/>
            <a:ext cx="8649050" cy="10800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 sz="1400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I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 International Conference on Sustainable Environment &amp; Energy Innovations </a:t>
            </a:r>
            <a:r>
              <a:rPr lang="en-IN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CHEM-CONFLUX</a:t>
            </a:r>
            <a:r>
              <a:rPr lang="en-IN" sz="1400" b="1" i="1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endParaRPr lang="en-IN" sz="1400" b="1" baseline="300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IN" sz="1400" b="1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IN" sz="1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Chemical </a:t>
            </a:r>
            <a:r>
              <a:rPr lang="en-IN" sz="1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  <a:p>
            <a:pPr marL="0" indent="0" algn="ctr">
              <a:buNone/>
            </a:pPr>
            <a:r>
              <a:rPr lang="en-IN" sz="14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Motilal</a:t>
            </a:r>
            <a:r>
              <a:rPr lang="en-IN" sz="1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Nehru National Institute of Technology (MNNIT) </a:t>
            </a:r>
            <a:r>
              <a:rPr lang="en-IN" sz="1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Allahabad,</a:t>
            </a:r>
            <a:r>
              <a:rPr lang="en-US" sz="1400" dirty="0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Calibri" pitchFamily="34" charset="0"/>
              </a:rPr>
              <a:t>Prayagraj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Calibri" pitchFamily="34" charset="0"/>
              </a:rPr>
              <a:t> (U.P.) - 211004, INDIA</a:t>
            </a:r>
            <a:endParaRPr lang="en-US" sz="20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0" indent="0" algn="ctr">
              <a:buNone/>
            </a:pPr>
            <a:endParaRPr lang="en-IN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866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4730" y="1550858"/>
            <a:ext cx="1058962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Oral Presentation Guidelines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Presentation Time: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Each presenter will be allotted 8 minutes for the oral presentation, followed by 2 minutes for Q&amp;A. Strict adherence to the allotted time is requested.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Presentation Format: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Presentations should be prepared in PowerPoint format (.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ppt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/.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pptx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using a 16:9 widescreen layout.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Slide Design: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Keep slides clear, concise and visually appealing, with a minimum font size of 24 pt. Avoid excessive text and overcrowding.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Figures and Tables: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All tables, graphs and charts should have appropriate titles/captions, with clearly labelled axes and units wherever applicable.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Submission &amp; Presentation: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Presenters should submit their presentation within the specified deadline, carry a backup copy, and be present at the designated venue before their scheduled session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Max no slides should be less than 15 (Including Title and Reference Slide)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E4BA-9CF4-478B-AC9A-11B295EEB8A0}" type="slidenum">
              <a:rPr lang="en-IN" smtClean="0"/>
              <a:t>2</a:t>
            </a:fld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AE2A3-CAAE-45C6-874D-F54BBC1C723D}" type="datetime1">
              <a:rPr lang="en-IN" smtClean="0"/>
              <a:t>07-10-2026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657B4E-6F8C-834D-60CC-69B282835D4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78" b="25291"/>
          <a:stretch/>
        </p:blipFill>
        <p:spPr>
          <a:xfrm>
            <a:off x="10424160" y="348742"/>
            <a:ext cx="1615440" cy="94069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09690"/>
            <a:ext cx="981970" cy="1324954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/>
        </p:nvSpPr>
        <p:spPr>
          <a:xfrm>
            <a:off x="1702965" y="209405"/>
            <a:ext cx="8649050" cy="10800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 sz="1400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I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 International Conference on Sustainable Environment &amp; Energy Innovations </a:t>
            </a:r>
            <a:r>
              <a:rPr lang="en-IN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CHEM-CONFLUX</a:t>
            </a:r>
            <a:r>
              <a:rPr lang="en-IN" sz="1400" b="1" i="1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endParaRPr lang="en-IN" sz="1400" b="1" baseline="300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IN" sz="1400" b="1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IN" sz="1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Chemical </a:t>
            </a:r>
            <a:r>
              <a:rPr lang="en-IN" sz="1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  <a:p>
            <a:pPr marL="0" indent="0" algn="ctr">
              <a:buNone/>
            </a:pPr>
            <a:r>
              <a:rPr lang="en-IN" sz="14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Motilal</a:t>
            </a:r>
            <a:r>
              <a:rPr lang="en-IN" sz="1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Nehru National Institute of Technology (MNNIT) </a:t>
            </a:r>
            <a:r>
              <a:rPr lang="en-IN" sz="1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Allahabad,</a:t>
            </a:r>
            <a:r>
              <a:rPr lang="en-US" sz="1400" dirty="0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Calibri" pitchFamily="34" charset="0"/>
              </a:rPr>
              <a:t>Prayagraj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Calibri" pitchFamily="34" charset="0"/>
              </a:rPr>
              <a:t> (U.P.) - 211004, INDIA</a:t>
            </a:r>
            <a:endParaRPr lang="en-US" sz="20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0" indent="0" algn="ctr">
              <a:buNone/>
            </a:pPr>
            <a:endParaRPr lang="en-IN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853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233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International Conference on Sustainable Environment &amp; Energy Innovations CHEM-CONFLUX26</dc:title>
  <dc:creator>HP</dc:creator>
  <cp:lastModifiedBy>DELL</cp:lastModifiedBy>
  <cp:revision>9</cp:revision>
  <dcterms:created xsi:type="dcterms:W3CDTF">2026-10-07T05:05:50Z</dcterms:created>
  <dcterms:modified xsi:type="dcterms:W3CDTF">2026-10-07T08:59:26Z</dcterms:modified>
</cp:coreProperties>
</file>